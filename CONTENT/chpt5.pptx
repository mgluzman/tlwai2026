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Textbook | Chapter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Philosophy — Undergraduate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Contract Theories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