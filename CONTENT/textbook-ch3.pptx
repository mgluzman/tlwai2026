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Textbook | Chapter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Philosophy — Undergraduate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Metaphysics: The Nature of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Will and Determinism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 Sed do eiusmod tempor incididunt ut labore et dolore magna aliqua. Ut enim ad minim veniam, quis nostrud exercitation ullamco laboris.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