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Course Textbook | Chapter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Philosophy — Undergraduate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Epistemology: What Can We Know?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Rationalism vs. Empiricism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