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Course Textbook | Chapter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Philosophy — Undergraduate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Ethics: How Should We Live?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Utilitarianism vs. Deontology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